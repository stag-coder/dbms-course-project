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Problem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Manual parking allocation causes delays, incorrect occupancy information and inefficient use of available slots.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Parking operators need a centralized database to manage lots, slots, vehicles, parking sessions and billing.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The proposed system automates slot allocation, session tracking and bill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Existing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Drivers may be assigned slots manually without considering slot type or current 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Paper/manual records make it difficult to know which vehicles are currently parked.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Billing can be inconsistent when rates, grace periods and parking duration are not centrally maintained.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Store parking infrastructure and vehicle information in a relational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Use stored procedures to allocate the first suitable free slot and process vehicle exits.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Use triggers and reporting views to maintain slot status and provide occupancy/revenue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Support multiple parking lots and different slot/vehicle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Maintain parking sessions from entry to exit and calculate charges using a rate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Provide a database foundation that can be connected to a user interface for CRUD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6E"/>
                </a:solidFill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A consistent database for parking allocation and billing.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Automatic occupancy updates through triggers.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741"/>
                </a:solidFill>
              </a:defRPr>
            </a:pPr>
            <a:r>
              <a:t>• Queryable reports for occupancy, active sessions and daily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Smart Parking DBMS — Presentation-I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