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6E"/>
                </a:solidFill>
              </a:defRPr>
            </a:pPr>
            <a:r>
              <a:t>Presentation-III —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Working desktop UI connected to MySQL using Python and mysql-connector-python.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Supports insertion, deletion and viewing of Vehicle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Live operations can be demonstrated by performing the action in the UI and refreshing the database 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Smart Parking DBMS — Presentation-III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6E"/>
                </a:solidFill>
              </a:defRPr>
            </a:pPr>
            <a:r>
              <a:t>Insert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Enter plate number, vehicle type, owner name and phone.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Press Add Vehicle to execute an INSERT operation.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The table refreshes and the new record is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Smart Parking DBMS — Presentation-III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6E"/>
                </a:solidFill>
              </a:defRPr>
            </a:pPr>
            <a:r>
              <a:t>Delete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Enter/select a vehicle 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Press Delete Selected to execute a DELETE operation.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The table refreshes and the deleted record disappears.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Smart Parking DBMS — Presentation-III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6E"/>
                </a:solidFill>
              </a:defRPr>
            </a:pPr>
            <a:r>
              <a:t>View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The View/Refresh button executes SELECT * FROM Vehicle.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Records are displayed in the application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This provides a direct visual demonstration of database contents.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Smart Parking DBMS — Presentation-III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6E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Python Tkinter provides the user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MySQL Connector/Python provides database connectivity.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Database credentials are configured in the connection section of app.py.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Smart Parking DBMS — Presentation-III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