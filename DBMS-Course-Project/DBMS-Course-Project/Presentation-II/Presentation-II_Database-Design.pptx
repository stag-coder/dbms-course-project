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Database Design — Final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Seven core tables: ParkingLot, ParkingSlot, Vehicle, RateCard, ParkingSession, Payment and Staff.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Primary and foreign keys connect the entities and preserve referential integrity.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RateCard is linked to ParkingLot so pricing can vary by lot and vehicle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One ParkingLot has many ParkingSlot records, RateCard records and Staff members.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One Vehicle can have many ParkingSession records; each session uses one slot.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Each completed session generates one Payment; a staff member can process many payments.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Stored Procedures and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sp_allocate_slot() registers the vehicle if required and finds the first free matching slot.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sp_process_exit() calculates duration, applies the grace period and generates the bill using the lot-specific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Triggers automatically change slot status to OCCUPIED on session creation and FREE when a session is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Views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vw_lot_occupancy shows total, free, occupied slots and occupancy percentage.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vw_active_sessions shows currently parked vehicles and live parking duration.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vw_daily_revenue summarizes transactions and revenue by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Query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Master-data SELECT statements verify lots, slots, vehicles, rate cards and staff.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Procedure calls demonstrate allocation and billing.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The exact query assigned during Presentation-II must be inserted in the marked query-solution file before final upload.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R_Diagram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